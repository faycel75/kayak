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10461cabb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10461cabb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10461cabb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910461cabb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10461cabb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10461cabb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10461cabb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10461cabb_2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10461cabb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910461cabb_2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10461cabb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910461cabb_2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10461cabb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910461cabb_2_1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10461cabb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910461cabb_2_1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6CC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0A19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274325" y="34315"/>
            <a:ext cx="320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🚣  KAYAK PROJECT</a:t>
            </a:r>
            <a:endParaRPr sz="500"/>
          </a:p>
        </p:txBody>
      </p:sp>
      <p:sp>
        <p:nvSpPr>
          <p:cNvPr id="131" name="Google Shape;131;p25"/>
          <p:cNvSpPr txBox="1"/>
          <p:nvPr/>
        </p:nvSpPr>
        <p:spPr>
          <a:xfrm>
            <a:off x="457200" y="822960"/>
            <a:ext cx="841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Projet Kayak – </a:t>
            </a:r>
            <a:r>
              <a:rPr b="1" lang="fr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Vision &amp; Objectif</a:t>
            </a:r>
            <a:endParaRPr sz="3600"/>
          </a:p>
        </p:txBody>
      </p:sp>
      <p:sp>
        <p:nvSpPr>
          <p:cNvPr id="132" name="Google Shape;132;p25"/>
          <p:cNvSpPr txBox="1"/>
          <p:nvPr/>
        </p:nvSpPr>
        <p:spPr>
          <a:xfrm>
            <a:off x="640075" y="1714500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133" name="Google Shape;133;p25"/>
          <p:cNvSpPr txBox="1"/>
          <p:nvPr/>
        </p:nvSpPr>
        <p:spPr>
          <a:xfrm>
            <a:off x="640150" y="2217375"/>
            <a:ext cx="827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📌 Transformer des données brutes en recommandations de voyage intelligentes.</a:t>
            </a:r>
            <a:endParaRPr sz="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🚀 Pipeline complet : Scraping → ETL → AWS S3/RDS → App Streamlit.</a:t>
            </a:r>
            <a:endParaRPr sz="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🎯 Objectif : trouver la meilleure destination selon budget, météo et notes.</a:t>
            </a:r>
            <a:endParaRPr sz="2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824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0A19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274325" y="34315"/>
            <a:ext cx="320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🚣  KAYAK PROJECT</a:t>
            </a:r>
            <a:endParaRPr sz="500"/>
          </a:p>
        </p:txBody>
      </p:sp>
      <p:sp>
        <p:nvSpPr>
          <p:cNvPr id="140" name="Google Shape;140;p26"/>
          <p:cNvSpPr txBox="1"/>
          <p:nvPr/>
        </p:nvSpPr>
        <p:spPr>
          <a:xfrm>
            <a:off x="457200" y="822960"/>
            <a:ext cx="8412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Globale</a:t>
            </a:r>
            <a:endParaRPr sz="1300"/>
          </a:p>
        </p:txBody>
      </p:sp>
      <p:sp>
        <p:nvSpPr>
          <p:cNvPr id="141" name="Google Shape;141;p26"/>
          <p:cNvSpPr txBox="1"/>
          <p:nvPr/>
        </p:nvSpPr>
        <p:spPr>
          <a:xfrm>
            <a:off x="640075" y="1714500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🌍 Sources : </a:t>
            </a:r>
            <a:r>
              <a:rPr lang="fr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Nominatim</a:t>
            </a: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Open-Meteo, Booking.com.</a:t>
            </a:r>
            <a:endParaRPr sz="900"/>
          </a:p>
        </p:txBody>
      </p:sp>
      <p:sp>
        <p:nvSpPr>
          <p:cNvPr id="142" name="Google Shape;142;p26"/>
          <p:cNvSpPr txBox="1"/>
          <p:nvPr/>
        </p:nvSpPr>
        <p:spPr>
          <a:xfrm>
            <a:off x="640075" y="2263159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🔁 Pipeline Python : APIs + scraping + nettoyage + scoring.</a:t>
            </a:r>
            <a:endParaRPr sz="900"/>
          </a:p>
        </p:txBody>
      </p:sp>
      <p:sp>
        <p:nvSpPr>
          <p:cNvPr id="143" name="Google Shape;143;p26"/>
          <p:cNvSpPr txBox="1"/>
          <p:nvPr/>
        </p:nvSpPr>
        <p:spPr>
          <a:xfrm>
            <a:off x="640075" y="2811773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🗄️ Stockage : CSV, AWS S3, AWS RDS PostgreSQL.</a:t>
            </a:r>
            <a:endParaRPr sz="900"/>
          </a:p>
        </p:txBody>
      </p:sp>
      <p:sp>
        <p:nvSpPr>
          <p:cNvPr id="144" name="Google Shape;144;p26"/>
          <p:cNvSpPr txBox="1"/>
          <p:nvPr/>
        </p:nvSpPr>
        <p:spPr>
          <a:xfrm>
            <a:off x="640075" y="3360429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🖥️ Visualisation : Streamlit App.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00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0A19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274325" y="34315"/>
            <a:ext cx="320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🚣  KAYAK PROJECT</a:t>
            </a:r>
            <a:endParaRPr sz="500"/>
          </a:p>
        </p:txBody>
      </p:sp>
      <p:sp>
        <p:nvSpPr>
          <p:cNvPr id="151" name="Google Shape;151;p27"/>
          <p:cNvSpPr txBox="1"/>
          <p:nvPr/>
        </p:nvSpPr>
        <p:spPr>
          <a:xfrm>
            <a:off x="457200" y="822960"/>
            <a:ext cx="841248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Scraping Booking.com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640075" y="1714500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🤖 Selenium + Chrome headless.</a:t>
            </a:r>
            <a:endParaRPr sz="900"/>
          </a:p>
        </p:txBody>
      </p:sp>
      <p:sp>
        <p:nvSpPr>
          <p:cNvPr id="153" name="Google Shape;153;p27"/>
          <p:cNvSpPr txBox="1"/>
          <p:nvPr/>
        </p:nvSpPr>
        <p:spPr>
          <a:xfrm>
            <a:off x="640075" y="2263158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🔄 Scroll auto &amp; chargement dynamique.</a:t>
            </a:r>
            <a:endParaRPr sz="900"/>
          </a:p>
        </p:txBody>
      </p:sp>
      <p:sp>
        <p:nvSpPr>
          <p:cNvPr id="154" name="Google Shape;154;p27"/>
          <p:cNvSpPr txBox="1"/>
          <p:nvPr/>
        </p:nvSpPr>
        <p:spPr>
          <a:xfrm>
            <a:off x="640075" y="2811771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📥 Extraction : nom, score, prix, géolocalisation.</a:t>
            </a:r>
            <a:endParaRPr sz="900"/>
          </a:p>
        </p:txBody>
      </p:sp>
      <p:sp>
        <p:nvSpPr>
          <p:cNvPr id="155" name="Google Shape;155;p27"/>
          <p:cNvSpPr txBox="1"/>
          <p:nvPr/>
        </p:nvSpPr>
        <p:spPr>
          <a:xfrm>
            <a:off x="640075" y="3360428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⚡ 700 hôtels / 6 minutes (35 villes).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6C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0A19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274325" y="34314"/>
            <a:ext cx="320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🚣  KAYAK PROJECT</a:t>
            </a:r>
            <a:endParaRPr sz="500"/>
          </a:p>
        </p:txBody>
      </p:sp>
      <p:sp>
        <p:nvSpPr>
          <p:cNvPr id="162" name="Google Shape;162;p28"/>
          <p:cNvSpPr txBox="1"/>
          <p:nvPr/>
        </p:nvSpPr>
        <p:spPr>
          <a:xfrm>
            <a:off x="457200" y="822960"/>
            <a:ext cx="841248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Enrichissement : géocodage &amp; météo</a:t>
            </a:r>
            <a:endParaRPr/>
          </a:p>
        </p:txBody>
      </p:sp>
      <p:sp>
        <p:nvSpPr>
          <p:cNvPr id="163" name="Google Shape;163;p28"/>
          <p:cNvSpPr txBox="1"/>
          <p:nvPr/>
        </p:nvSpPr>
        <p:spPr>
          <a:xfrm>
            <a:off x="640075" y="1714500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📌 Géocodage via Nominatim.</a:t>
            </a:r>
            <a:endParaRPr sz="900"/>
          </a:p>
        </p:txBody>
      </p:sp>
      <p:sp>
        <p:nvSpPr>
          <p:cNvPr id="164" name="Google Shape;164;p28"/>
          <p:cNvSpPr txBox="1"/>
          <p:nvPr/>
        </p:nvSpPr>
        <p:spPr>
          <a:xfrm>
            <a:off x="640075" y="2263156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🌦️ Météo 7 jours via Open-Meteo.</a:t>
            </a:r>
            <a:endParaRPr sz="900"/>
          </a:p>
        </p:txBody>
      </p:sp>
      <p:sp>
        <p:nvSpPr>
          <p:cNvPr id="165" name="Google Shape;165;p28"/>
          <p:cNvSpPr txBox="1"/>
          <p:nvPr/>
        </p:nvSpPr>
        <p:spPr>
          <a:xfrm>
            <a:off x="640075" y="2811772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📁 Sorties : geocoding.csv, weather_raw.csv.</a:t>
            </a:r>
            <a:endParaRPr sz="900"/>
          </a:p>
        </p:txBody>
      </p:sp>
      <p:sp>
        <p:nvSpPr>
          <p:cNvPr id="166" name="Google Shape;166;p28"/>
          <p:cNvSpPr txBox="1"/>
          <p:nvPr/>
        </p:nvSpPr>
        <p:spPr>
          <a:xfrm>
            <a:off x="640075" y="3360429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🎯 Score météo intégré au ranking.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824C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0A19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274325" y="34315"/>
            <a:ext cx="320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🚣  KAYAK PROJECT</a:t>
            </a:r>
            <a:endParaRPr sz="500"/>
          </a:p>
        </p:txBody>
      </p:sp>
      <p:sp>
        <p:nvSpPr>
          <p:cNvPr id="173" name="Google Shape;173;p29"/>
          <p:cNvSpPr txBox="1"/>
          <p:nvPr/>
        </p:nvSpPr>
        <p:spPr>
          <a:xfrm>
            <a:off x="457200" y="822960"/>
            <a:ext cx="841248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ETL &amp; Scoring</a:t>
            </a:r>
            <a:endParaRPr/>
          </a:p>
        </p:txBody>
      </p:sp>
      <p:sp>
        <p:nvSpPr>
          <p:cNvPr id="174" name="Google Shape;174;p29"/>
          <p:cNvSpPr txBox="1"/>
          <p:nvPr/>
        </p:nvSpPr>
        <p:spPr>
          <a:xfrm>
            <a:off x="640075" y="1714500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🧹 Nettoyage &amp; agrégation des données.</a:t>
            </a:r>
            <a:endParaRPr sz="900"/>
          </a:p>
        </p:txBody>
      </p:sp>
      <p:sp>
        <p:nvSpPr>
          <p:cNvPr id="175" name="Google Shape;175;p29"/>
          <p:cNvSpPr txBox="1"/>
          <p:nvPr/>
        </p:nvSpPr>
        <p:spPr>
          <a:xfrm>
            <a:off x="640075" y="2263157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📈 Moyennes : température, pluie, prix, notes.</a:t>
            </a:r>
            <a:endParaRPr sz="900"/>
          </a:p>
        </p:txBody>
      </p:sp>
      <p:sp>
        <p:nvSpPr>
          <p:cNvPr id="176" name="Google Shape;176;p29"/>
          <p:cNvSpPr txBox="1"/>
          <p:nvPr/>
        </p:nvSpPr>
        <p:spPr>
          <a:xfrm>
            <a:off x="640075" y="2811772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⭐ Pondérations : 60% météo / 25% prix / 15% qualité.</a:t>
            </a:r>
            <a:endParaRPr sz="900"/>
          </a:p>
        </p:txBody>
      </p:sp>
      <p:sp>
        <p:nvSpPr>
          <p:cNvPr id="177" name="Google Shape;177;p29"/>
          <p:cNvSpPr txBox="1"/>
          <p:nvPr/>
        </p:nvSpPr>
        <p:spPr>
          <a:xfrm>
            <a:off x="640075" y="3360434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📁 Sorties : destinations_score.csv + cartes Mapbox.</a:t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0A19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0"/>
          <p:cNvSpPr txBox="1"/>
          <p:nvPr/>
        </p:nvSpPr>
        <p:spPr>
          <a:xfrm>
            <a:off x="274325" y="34316"/>
            <a:ext cx="320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🚣  KAYAK PROJECT</a:t>
            </a:r>
            <a:endParaRPr sz="500"/>
          </a:p>
        </p:txBody>
      </p:sp>
      <p:sp>
        <p:nvSpPr>
          <p:cNvPr id="184" name="Google Shape;184;p30"/>
          <p:cNvSpPr txBox="1"/>
          <p:nvPr/>
        </p:nvSpPr>
        <p:spPr>
          <a:xfrm>
            <a:off x="457200" y="822960"/>
            <a:ext cx="841248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AWS : S3 &amp; RDS</a:t>
            </a:r>
            <a:endParaRPr/>
          </a:p>
        </p:txBody>
      </p:sp>
      <p:sp>
        <p:nvSpPr>
          <p:cNvPr id="185" name="Google Shape;185;p30"/>
          <p:cNvSpPr txBox="1"/>
          <p:nvPr/>
        </p:nvSpPr>
        <p:spPr>
          <a:xfrm>
            <a:off x="640075" y="1714500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📦 S3 = Datalake (fichiers bruts &amp; propres).</a:t>
            </a:r>
            <a:endParaRPr sz="900"/>
          </a:p>
        </p:txBody>
      </p:sp>
      <p:sp>
        <p:nvSpPr>
          <p:cNvPr id="186" name="Google Shape;186;p30"/>
          <p:cNvSpPr txBox="1"/>
          <p:nvPr/>
        </p:nvSpPr>
        <p:spPr>
          <a:xfrm>
            <a:off x="640075" y="2263156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🗄️ RDS PostgreSQL = base analytique.</a:t>
            </a:r>
            <a:endParaRPr sz="900"/>
          </a:p>
        </p:txBody>
      </p:sp>
      <p:sp>
        <p:nvSpPr>
          <p:cNvPr id="187" name="Google Shape;187;p30"/>
          <p:cNvSpPr txBox="1"/>
          <p:nvPr/>
        </p:nvSpPr>
        <p:spPr>
          <a:xfrm>
            <a:off x="640075" y="2811772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🔐 Connexion SQLAlchemy + SSL.</a:t>
            </a:r>
            <a:endParaRPr sz="900"/>
          </a:p>
        </p:txBody>
      </p:sp>
      <p:sp>
        <p:nvSpPr>
          <p:cNvPr id="188" name="Google Shape;188;p30"/>
          <p:cNvSpPr txBox="1"/>
          <p:nvPr/>
        </p:nvSpPr>
        <p:spPr>
          <a:xfrm>
            <a:off x="640075" y="3360425"/>
            <a:ext cx="8229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🤝 Base prête pour BI / MLOps.</a:t>
            </a:r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fr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📡 Interfaçage Streamlit → PostgreSQL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6CC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0A19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274325" y="34316"/>
            <a:ext cx="320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🚣  KAYAK PROJECT</a:t>
            </a:r>
            <a:endParaRPr sz="500"/>
          </a:p>
        </p:txBody>
      </p:sp>
      <p:sp>
        <p:nvSpPr>
          <p:cNvPr id="195" name="Google Shape;195;p31"/>
          <p:cNvSpPr txBox="1"/>
          <p:nvPr/>
        </p:nvSpPr>
        <p:spPr>
          <a:xfrm>
            <a:off x="457200" y="822960"/>
            <a:ext cx="841248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Streamlit</a:t>
            </a:r>
            <a:endParaRPr/>
          </a:p>
        </p:txBody>
      </p:sp>
      <p:sp>
        <p:nvSpPr>
          <p:cNvPr id="196" name="Google Shape;196;p31"/>
          <p:cNvSpPr txBox="1"/>
          <p:nvPr/>
        </p:nvSpPr>
        <p:spPr>
          <a:xfrm>
            <a:off x="640075" y="1714500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🗺️ Carte France (Mapbox).</a:t>
            </a:r>
            <a:endParaRPr sz="900"/>
          </a:p>
        </p:txBody>
      </p:sp>
      <p:sp>
        <p:nvSpPr>
          <p:cNvPr id="197" name="Google Shape;197;p31"/>
          <p:cNvSpPr txBox="1"/>
          <p:nvPr/>
        </p:nvSpPr>
        <p:spPr>
          <a:xfrm>
            <a:off x="640075" y="2263156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🎛️ Sliders pour pondérations dynamiques.</a:t>
            </a:r>
            <a:endParaRPr sz="900"/>
          </a:p>
        </p:txBody>
      </p:sp>
      <p:sp>
        <p:nvSpPr>
          <p:cNvPr id="198" name="Google Shape;198;p31"/>
          <p:cNvSpPr txBox="1"/>
          <p:nvPr/>
        </p:nvSpPr>
        <p:spPr>
          <a:xfrm>
            <a:off x="640075" y="2811773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🏆 Top 10 destinations.</a:t>
            </a:r>
            <a:endParaRPr sz="900"/>
          </a:p>
        </p:txBody>
      </p:sp>
      <p:sp>
        <p:nvSpPr>
          <p:cNvPr id="199" name="Google Shape;199;p31"/>
          <p:cNvSpPr txBox="1"/>
          <p:nvPr/>
        </p:nvSpPr>
        <p:spPr>
          <a:xfrm>
            <a:off x="640075" y="3360429"/>
            <a:ext cx="822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⚖️ Comparateur </a:t>
            </a:r>
            <a:r>
              <a:rPr lang="fr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entre villes</a:t>
            </a:r>
            <a:r>
              <a:rPr lang="fr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+ Top week-ends.</a:t>
            </a:r>
            <a:endParaRPr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9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0A19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2"/>
          <p:cNvSpPr txBox="1"/>
          <p:nvPr/>
        </p:nvSpPr>
        <p:spPr>
          <a:xfrm>
            <a:off x="274325" y="34315"/>
            <a:ext cx="320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🚣  KAYAK PROJECT</a:t>
            </a:r>
            <a:endParaRPr sz="500"/>
          </a:p>
        </p:txBody>
      </p:sp>
      <p:sp>
        <p:nvSpPr>
          <p:cNvPr id="206" name="Google Shape;206;p32"/>
          <p:cNvSpPr txBox="1"/>
          <p:nvPr/>
        </p:nvSpPr>
        <p:spPr>
          <a:xfrm>
            <a:off x="457200" y="822960"/>
            <a:ext cx="841248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Bilan &amp; Perspectives</a:t>
            </a:r>
            <a:endParaRPr/>
          </a:p>
        </p:txBody>
      </p:sp>
      <p:sp>
        <p:nvSpPr>
          <p:cNvPr id="207" name="Google Shape;207;p32"/>
          <p:cNvSpPr txBox="1"/>
          <p:nvPr/>
        </p:nvSpPr>
        <p:spPr>
          <a:xfrm>
            <a:off x="640080" y="17145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🚀 Pipeline automatisé &amp; scalable.</a:t>
            </a:r>
            <a:endParaRPr/>
          </a:p>
        </p:txBody>
      </p:sp>
      <p:sp>
        <p:nvSpPr>
          <p:cNvPr id="208" name="Google Shape;208;p32"/>
          <p:cNvSpPr txBox="1"/>
          <p:nvPr/>
        </p:nvSpPr>
        <p:spPr>
          <a:xfrm>
            <a:off x="640080" y="226314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📊 Dashboard premium &amp; interactif.</a:t>
            </a:r>
            <a:endParaRPr/>
          </a:p>
        </p:txBody>
      </p:sp>
      <p:sp>
        <p:nvSpPr>
          <p:cNvPr id="209" name="Google Shape;209;p32"/>
          <p:cNvSpPr txBox="1"/>
          <p:nvPr/>
        </p:nvSpPr>
        <p:spPr>
          <a:xfrm>
            <a:off x="640080" y="2811779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🔁 Gestion erreurs &amp; robustesse.</a:t>
            </a:r>
            <a:endParaRPr/>
          </a:p>
        </p:txBody>
      </p:sp>
      <p:sp>
        <p:nvSpPr>
          <p:cNvPr id="210" name="Google Shape;210;p32"/>
          <p:cNvSpPr txBox="1"/>
          <p:nvPr/>
        </p:nvSpPr>
        <p:spPr>
          <a:xfrm>
            <a:off x="640080" y="3360419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🔮 Extensions : Airbnb, vols, Airflow, IA.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